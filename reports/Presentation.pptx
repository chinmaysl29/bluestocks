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sz="3400" b="1">
                <a:solidFill>
                  <a:srgbClr val="FFFFFF"/>
                </a:solidFill>
              </a:rPr>
              <a:t>Bluestock Mutual Fund Analytics Platform</a:t>
            </a:r>
          </a:p>
          <a:p>
            <a:pPr algn="ctr">
              <a:spcBef>
                <a:spcPts val="600"/>
              </a:spcBef>
            </a:pPr>
            <a:r>
              <a:rPr sz="2000" b="0">
                <a:solidFill>
                  <a:srgbClr val="D2E6FF"/>
                </a:solidFill>
              </a:rPr>
              <a:t>Fintech Capstone Project  |  End-to-End Analytics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D2E6FF"/>
                </a:solidFill>
              </a:rPr>
              <a:t>40 Schemes  |  10 AMCs  |  87,533 Records  |  Python . SQL .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2600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Build an end-to-end Mutual Fund Analytics Platform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Ingest and clean 10 datasets covering 40 schemes across 10 AMCs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Compute production-quality risk-return metrics: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FFFFF"/>
                </a:solidFill>
              </a:rPr>
              <a:t>  CAGR  |  Sharpe  |  Sortino  |  Alpha  |  Beta  |  Max Drawdown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Build a weighted fund scoring model (30/25/20/15/10)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Develop a risk-profile recommendation engine (Low/Medium/High)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Deliver notebooks, scripts, SQL queries, and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2600">
                <a:solidFill>
                  <a:srgbClr val="FFFFFF"/>
                </a:solidFill>
              </a:rPr>
              <a:t>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10 raw CSV files  |  87,533 total rows  |  All stored in data/raw/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FFFFF"/>
                </a:solidFill>
              </a:rPr>
              <a:t>  01_fund_master          40 schemes metadata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FFFFF"/>
                </a:solidFill>
              </a:rPr>
              <a:t>  02_nav_history          46,000 rows  Jan 2022 - May 2026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FFFFF"/>
                </a:solidFill>
              </a:rPr>
              <a:t>  03_aum_by_fund_house    Bi-annual AUM per AMC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FFFFF"/>
                </a:solidFill>
              </a:rPr>
              <a:t>  07_scheme_performance   Risk-return metrics per scheme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FFFFF"/>
                </a:solidFill>
              </a:rPr>
              <a:t>  08_investor_transactions 32,778 rows  investor ledger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FFFFF"/>
                </a:solidFill>
              </a:rPr>
              <a:t>  10_benchmark_indices    NIFTY50 + 6 benchmark indices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Data quality: 9/10 datasets zero nulls, zero duplicates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260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data/raw/          10 raw CSVs (source of truth)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etl_pipeline.py    Extract -&gt; Transform -&gt; Load  (1.8 sec)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data/processed/    3 cleaned CSVs + 14 analytical outputs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data/db/           bluestock_mf.db (SQLite star schema)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FFFFF"/>
                </a:solidFill>
              </a:rPr>
              <a:t>  dim_fund | fact_nav | fact_performance | fact_transaction | fact_aum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scripts/           compute_metrics.py  |  recommender.py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notebooks/         01 to 05 complete pipeline notebooks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sql/               schema.sql + 10-query queries.sql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2600">
                <a:solidFill>
                  <a:srgbClr val="FFFFFF"/>
                </a:solidFill>
              </a:rPr>
              <a:t>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NAV History:   dates parsed, daily_return_pct, rolling_vol_30d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Performance:   risk_score (1-6), excess_return, information_ratio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Transactions:  date parts, amount_bucket, kyc_verified flag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ETL Pipeline:  python scripts/etl_pipeline.py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FFFFF"/>
                </a:solidFill>
              </a:rPr>
              <a:t>  Supports --step extract | transform | load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Validation:    9/10 OK  |  1 WARN (yoy_growth_pct - expected year 1)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Notebook:      02_data_cleaning.ipynb  (8 cells, 0 errors)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2600">
                <a:solidFill>
                  <a:srgbClr val="FFFFFF"/>
                </a:solidFill>
              </a:rP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Star Schema in SQLite  (bluestock_mf.db)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FFFFF"/>
                </a:solidFill>
              </a:rPr>
              <a:t>  dim_fund          PK: amfi_code  -- 40 schemes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FFFFF"/>
                </a:solidFill>
              </a:rPr>
              <a:t>  fact_nav          46,000 rows   -- daily NAV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FFFFF"/>
                </a:solidFill>
              </a:rPr>
              <a:t>  fact_performance  40 rows       -- risk-return metrics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FFFFF"/>
                </a:solidFill>
              </a:rPr>
              <a:t>  fact_transaction  32,778 rows   -- investor activity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FFFFF"/>
                </a:solidFill>
              </a:rPr>
              <a:t>  fact_aum          90 rows       -- AUM by fund house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SQL files:  schema.sql  |  queries.sql (10 business queries)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FFFFF"/>
                </a:solidFill>
              </a:rPr>
              <a:t>  Top 5 AUM | Avg NAV | SIP Trends | Expense Analysis | Risk vs Return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2600">
                <a:solidFill>
                  <a:srgbClr val="FFFFFF"/>
                </a:solidFill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SBI MF leads AUM -- Rs 12.5 lakh crore (Mar 2025)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SIP inflows peaked Rs 31,002 Cr in Dec 2025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Folio count nearly doubled: 13.26 Cr to 26.12 Cr (2022-2025)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BFSI + IT dominate equity portfolio holdings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26-35 age group: highest transaction count (13,463)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T30 cities: 66% of all investment transactions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20+ charts generated across EDA notebook (03_eda_analysis.ipynb)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2600">
                <a:solidFill>
                  <a:srgbClr val="FFFFFF"/>
                </a:solidFill>
              </a:rPr>
              <a:t>Performance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Mean 3Y CAGR:   14.09%   |  Best: SBI Small Cap Regular  23.39%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Mean Sharpe:     0.54    |  Best: Mirae Asset Large Cap   1.45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Mean Sortino:    0.92    |  Best: Mirae Asset Large Cap   2.39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Mean Max DD:  -17.87%   |  Best: ICICI Pru Liquid       -0.10%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Mean Alpha:      1.25   |  Best: HDFC Short Term Debt    1.98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Top 5 funds outperformed NIFTY50 by +106.21% over analysis period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Notebook: 04_performance_analytics.ipynb  (23 cells, 0 errors)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2600">
                <a:solidFill>
                  <a:srgbClr val="FFFFFF"/>
                </a:solidFill>
              </a:rPr>
              <a:t>Recommendation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Weighted score: 30% Return | 25% Sharpe | 20% Alpha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FFFFF"/>
                </a:solidFill>
              </a:rPr>
              <a:t>                  15% Expense | 10% Max Drawdown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MinMaxScaler(0,100) -- fund_score_100: 100 = Best fund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Low Risk  (risk_score &lt;= 2):  HDFC Short Term Debt  score=79.9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Medium    (risk_score &lt;= 4):  Kotak Flexicap        score=97.4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High      (all funds):        SBI Small Cap Direct  score=100.0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* scripts/recommender.py  -&gt;  recommend('Low' | 'Medium' | 'High')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26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[OK]  40 schemes profiled across 10 AMCs -- full risk-return metrics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[OK]  ETL pipeline: 87,533 rows processed in 1.8 seconds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[OK]  5 notebooks: ingestion -&gt; cleaning -&gt; EDA -&gt; performance -&gt; advanced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[OK]  8 reusable financial metric functions in compute_metrics.py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[OK]  SQL schema + 10 business queries (queries.sql)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[OK]  Recommendation engine: Low / Medium / High risk profiles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[OK]  Top 5 funds: +112% vs NIFTY50 +5.9% over same period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[OK]  Final validation: 38/38 checks PASSED -- PROJECT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